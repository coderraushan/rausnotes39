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44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25127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Internship Progress Report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ADCFC"/>
                </a:solidFill>
              </a:rPr>
              <a:t>January 6 - February 14, 2026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ADCFC"/>
                </a:solidFill>
              </a:rPr>
              <a:t>Technical Development &amp; Project Contributions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Overview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40480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73152" cy="118872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887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14300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</a:rPr>
              <a:t>Initial Period</a:t>
            </a: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Jan 6-12: ERP System Study &amp; Documentation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46320" y="1005840"/>
            <a:ext cx="3840480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4846320" y="1005840"/>
            <a:ext cx="73152" cy="118872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18872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577840" y="114300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</a:rPr>
              <a:t>VMS Development</a:t>
            </a: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Jan 13-Feb 12: Full-stack Implementation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457200" y="2377440"/>
            <a:ext cx="3840480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8"/>
          <p:cNvSpPr/>
          <p:nvPr/>
        </p:nvSpPr>
        <p:spPr>
          <a:xfrm>
            <a:off x="457200" y="2377440"/>
            <a:ext cx="73152" cy="118872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56032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251460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</a:rPr>
              <a:t>Additional Task</a:t>
            </a: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DRDO Manual Study &amp; Presentation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4846320" y="2377440"/>
            <a:ext cx="3840480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1"/>
          <p:cNvSpPr/>
          <p:nvPr/>
        </p:nvSpPr>
        <p:spPr>
          <a:xfrm>
            <a:off x="4846320" y="2377440"/>
            <a:ext cx="73152" cy="118872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56032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577840" y="251460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</a:rPr>
              <a:t>Team Integration</a:t>
            </a: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Feb 13-14: ERP System Development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Key Achievement: </a:t>
            </a:r>
            <a:r>
              <a:rPr lang="en-US" sz="1400" dirty="0">
                <a:solidFill>
                  <a:srgbClr val="1E293B"/>
                </a:solidFill>
              </a:rPr>
              <a:t>Self-directed learning and implementation without formal training, delivering production-ready code following industry best practices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Week 1: ERP System Orientation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</a:rPr>
              <a:t>January 6-8, 2026</a:t>
            </a:r>
            <a:endParaRPr lang="en-US" sz="1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System Study &amp; Analysis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097280" y="1874520"/>
            <a:ext cx="7589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Comprehensive study of existing ERP system architecture and workflows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Analyzed system flowcharts to understand business logic and data flow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Documented findings in physical notebooks for reference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0896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Documentation &amp; Flowchart Creation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1097280" y="3566160"/>
            <a:ext cx="7589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Created detailed flowcharts based on system understanding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Developed visual representations of complex business processes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Prepared foundation for future development work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57200" y="4709160"/>
            <a:ext cx="8229600" cy="4572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Week 1: Continued ERP Study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</a:rPr>
              <a:t>January 9-12, 2026</a:t>
            </a:r>
            <a:endParaRPr lang="en-US" sz="1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Deep Dive into ERP Components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097280" y="1874520"/>
            <a:ext cx="7589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Studied individual modules and their interdependencies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Mapped data relationships across different system components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Identified integration points for future development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108960"/>
            <a:ext cx="8229600" cy="1371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457200" y="3108960"/>
            <a:ext cx="73152" cy="13716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3246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</a:rPr>
              <a:t>Challenge Overcome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85800" y="365760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Started internship without assigned laptop or formal training. Adapted by using available resources for documentation and self-study, demonstrating initiative and resourcefulness in a challenging environment.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8229600" cy="4572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VMS Project Assignment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</a:rPr>
              <a:t>January 13, 2026</a:t>
            </a:r>
            <a:endParaRPr lang="en-US" sz="1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New Project Initiated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097280" y="187452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Assigned Visitor Management System (VMS) development - a full-stack web application to streamline visitor tracking and approval workflows.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5176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Requirements Gathering Phase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1097280" y="3154680"/>
            <a:ext cx="7589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Conducted stakeholder discussions to understand business needs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Identified key user roles: Guards, HR, Hosts (CEO, MD, IT, SCM)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Documented visitor types and approval workflows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Created preliminary system flowcharts based on gathered requirements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57200" y="4709160"/>
            <a:ext cx="8229600" cy="4572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VMS: Technical Foundation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</a:rPr>
              <a:t>January 14-17, 2026</a:t>
            </a:r>
            <a:endParaRPr lang="en-US" sz="1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MERN Stack Implementation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1097280" y="1920240"/>
            <a:ext cx="164592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1097280" y="192024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MongoDB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</a:rPr>
              <a:t>Database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926080" y="1920240"/>
            <a:ext cx="1645920" cy="8229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2024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Express.js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Backend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754880" y="1920240"/>
            <a:ext cx="1645920" cy="822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4754880" y="192024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React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</a:rPr>
              <a:t>Frontend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583680" y="1920240"/>
            <a:ext cx="1645920" cy="8229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0"/>
          <p:cNvSpPr/>
          <p:nvPr/>
        </p:nvSpPr>
        <p:spPr>
          <a:xfrm>
            <a:off x="6583680" y="192024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Node.js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Runtime</a:t>
            </a:r>
            <a:endParaRPr lang="en-US" sz="14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01752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97280" y="3063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Initial Project Setup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097280" y="3520440"/>
            <a:ext cx="7589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Configured development environment and project structure without SOPs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Established modular architecture: Server → Router → Controller → Service layers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Set up version control and development workflows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57200" y="4709160"/>
            <a:ext cx="8229600" cy="4572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VMS: Security Architecture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</a:rPr>
              <a:t>January 18-22, 2026</a:t>
            </a:r>
            <a:endParaRPr lang="en-US" sz="1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Enterprise-Grade Security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097280" y="187452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Implemented comprehensive security measures aligned with company's privacy and security priorities: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468880"/>
            <a:ext cx="3840480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640080" y="2468880"/>
            <a:ext cx="73152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560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</a:rPr>
              <a:t>Authentication &amp; Authorization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• JWT-based access &amp; refresh tokens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• Role-Based Access Control (RBAC)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• Middleware-level authorization checks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663440" y="2468880"/>
            <a:ext cx="3840480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8"/>
          <p:cNvSpPr/>
          <p:nvPr/>
        </p:nvSpPr>
        <p:spPr>
          <a:xfrm>
            <a:off x="4663440" y="2468880"/>
            <a:ext cx="73152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9"/>
          <p:cNvSpPr/>
          <p:nvPr/>
        </p:nvSpPr>
        <p:spPr>
          <a:xfrm>
            <a:off x="4846320" y="2560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</a:rPr>
              <a:t>Input Validation &amp; Protection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• Zod schema validation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• Rate limiting with Helmet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• Protection against DDoS/brute force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3749040"/>
            <a:ext cx="384048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080" y="3749040"/>
            <a:ext cx="73152" cy="8229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38404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</a:rPr>
              <a:t>Error Handling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• Global error handling middleware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• Structured API error responses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663440" y="3749040"/>
            <a:ext cx="384048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4"/>
          <p:cNvSpPr/>
          <p:nvPr/>
        </p:nvSpPr>
        <p:spPr>
          <a:xfrm>
            <a:off x="4663440" y="3749040"/>
            <a:ext cx="73152" cy="8229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4846320" y="38404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</a:rPr>
              <a:t>API Protection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• Authorization on every backend request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• Prevent unauthorized resource access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57200" y="4709160"/>
            <a:ext cx="8229600" cy="4572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VMS: Database &amp; Performance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</a:rPr>
              <a:t>January 23-27, 2026</a:t>
            </a:r>
            <a:endParaRPr lang="en-US" sz="1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Database Architecture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097280" y="187452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Designed normalized database relationships for optimal data integrity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Created comprehensive MongoDB schemas and models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Implemented optimized queries for scalability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01752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3063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Frontend Performance Optimization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1097280" y="352044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React Query: Efficient data fetching, caching, and state management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Lazy Loading: Code splitting for faster initial load times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Debouncing &amp; Throttling: Optimized user input handling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57200" y="4709160"/>
            <a:ext cx="8229600" cy="4572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VMS: Requirements Evolution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</a:rPr>
              <a:t>January 28 - February 1, 2026</a:t>
            </a:r>
            <a:endParaRPr lang="en-US" sz="1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Stakeholder Collaboration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097280" y="187452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Extensive discussions with Anushka Ma'am for SOP development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Explored all possible scenarios for maximum automation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Finalized workflows to minimize manual effort for guards, visitors, and hosts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01752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3063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Final Requirements Definition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1097280" y="3566160"/>
            <a:ext cx="3474720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6"/>
          <p:cNvSpPr/>
          <p:nvPr/>
        </p:nvSpPr>
        <p:spPr>
          <a:xfrm>
            <a:off x="1097280" y="3566160"/>
            <a:ext cx="54864" cy="9144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7"/>
          <p:cNvSpPr/>
          <p:nvPr/>
        </p:nvSpPr>
        <p:spPr>
          <a:xfrm>
            <a:off x="1234440" y="361188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User Roles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Guards, HR, Hosts (CEO, MD, IT, SCM)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754880" y="3566160"/>
            <a:ext cx="3474720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9"/>
          <p:cNvSpPr/>
          <p:nvPr/>
        </p:nvSpPr>
        <p:spPr>
          <a:xfrm>
            <a:off x="4754880" y="3566160"/>
            <a:ext cx="54864" cy="9144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4" name="Text 10"/>
          <p:cNvSpPr/>
          <p:nvPr/>
        </p:nvSpPr>
        <p:spPr>
          <a:xfrm>
            <a:off x="4892040" y="361188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Visitor Categories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Pre-planned &amp; Unplanned workflows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57200" y="4709160"/>
            <a:ext cx="8229600" cy="4572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VMS: Visitor Type Matrix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</a:rPr>
              <a:t>System Design Details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292608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Visitor Type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Approval Flow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Department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Job Interview / Labor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HR Approval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Human Resources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VIP Visitor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HR → Host Approval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Executive Management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Maintenance / Service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Department Approval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Relevant Department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Supplier / Vendor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SCM Approval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Supply Chain Mgmt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Meeting / Official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HR → Host Approval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</a:rPr>
                        <a:t>Host Department</a:t>
                      </a:r>
                      <a:endParaRPr lang="en-US" sz="1300" dirty="0"/>
                    </a:p>
                  </a:txBody>
                  <a:tcPr anchor="ctr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Additional Features: Material Inward Tracking &amp; Gate Pass Sequence Generation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4709160"/>
            <a:ext cx="8229600" cy="4572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VMS: Pre-Planned Visitor Flow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</a:rPr>
              <a:t>Optimized for VIP &amp; Scheduled Visits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15087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</a:rPr>
              <a:t>HR Entry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7223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HR creates visitor record with basic details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" y="1965960"/>
            <a:ext cx="0" cy="9144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80160" y="21488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</a:rPr>
              <a:t>Pre-Approval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2377440"/>
            <a:ext cx="7223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HR &amp; Host approvals secured in advance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8680" y="2606040"/>
            <a:ext cx="0" cy="9144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4320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280160" y="27889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</a:rPr>
              <a:t>Guard Verification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017520"/>
            <a:ext cx="7223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Guard verifies identity, adds details upon arrival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68680" y="3246120"/>
            <a:ext cx="0" cy="9144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280160" y="34290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</a:rPr>
              <a:t>Gate Pass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80160" y="3657600"/>
            <a:ext cx="7223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System generates visitor &amp; material gate passes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68680" y="3886200"/>
            <a:ext cx="0" cy="9144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02336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280160" y="40690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</a:rPr>
              <a:t>Check-In/Out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280160" y="4297680"/>
            <a:ext cx="7223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Guard manages entry/exit timestamps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4709160"/>
            <a:ext cx="8229600" cy="4572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VMS: Unplanned Visitor Flow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</a:rPr>
              <a:t>Walk-in Visitor Management</a:t>
            </a:r>
            <a:endParaRPr lang="en-US" sz="1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QR Code Self-Service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097280" y="187452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Guard displays QR code at gate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Visitor scans and fills digital form with basic details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Information automatically syncs to guard dashboard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01752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3063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Approval Workflow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1097280" y="3520440"/>
            <a:ext cx="7589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Guard completes visitor details (type, host, material info)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Request routes to HR for initial approval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Conditional host approval based on visitor type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Gate passes generated only after all approvals received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57200" y="4709160"/>
            <a:ext cx="8229600" cy="4572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Additional Assignment: DRDO Manual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</a:rPr>
              <a:t>Parallel Task During VMS Development</a:t>
            </a:r>
            <a:endParaRPr lang="en-US" sz="1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508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Documentation Analysis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097280" y="196596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Studied DRDO manual provided by organization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Analyzed technical guidelines and protocols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Created comprehensive presentation on first two chapters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457200" y="3200400"/>
            <a:ext cx="73152" cy="12801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33375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</a:rPr>
              <a:t>Deliverable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85800" y="3703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Developed detailed PowerPoint presentation covering key concepts, technical specifications, and implementation guidelines from the manual's initial chapters. Demonstrated ability to quickly comprehend complex technical documentation and communicate findings effectively.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8229600" cy="4572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VMS: Full-Stack Development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</a:rPr>
              <a:t>February 2-8, 2026</a:t>
            </a:r>
            <a:endParaRPr lang="en-US" sz="1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Backend API Development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097280" y="187452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Built RESTful APIs for pre-planned and unplanned visitor workflows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Implemented role-specific endpoints for Guards, HR, and Hosts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Developed material tracking and gate pass generation services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01752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3063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Frontend Development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1097280" y="352044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Created role-specific dashboards with intuitive interfaces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Developed responsive components for visitor entry, approval, and tracking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Integrated backend APIs with proper error handling and loading states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57200" y="4709160"/>
            <a:ext cx="8229600" cy="4572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VMS: Development Approach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</a:rPr>
              <a:t>February 9-12, 2026</a:t>
            </a:r>
            <a:endParaRPr lang="en-US" sz="1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Iterative Development Process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097280" y="1874520"/>
            <a:ext cx="7589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Guard &amp; HR workflows implemented first (pre-planned logic)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Extended to unplanned visitor scenario handling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Integrated all host roles with conditional approval routing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Debugging and refinement throughout development cycle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0040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3246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Mentorship &amp; Collaboration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1097280" y="370332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Regular consultation with reporting head when encountering blockers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Verified implementation approaches before coding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Received guidance on architecture decisions and best practices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57200" y="4709160"/>
            <a:ext cx="8229600" cy="4572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VMS: Current Status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</a:rPr>
              <a:t>Project Completion Milestone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828800" y="1463040"/>
            <a:ext cx="5486400" cy="9144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0" y="14630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</a:rPr>
              <a:t>80-90% Complete</a:t>
            </a:r>
            <a:endParaRPr lang="en-US" sz="44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517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2697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</a:rPr>
              <a:t>Completed Features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34440" y="301752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Core visitor workflows (pre-planned &amp; unplanned)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Role-based dashboards and access control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Multi-level approval routing system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Gate pass and material tracking functionality</a:t>
            </a:r>
            <a:endParaRPr lang="en-US" sz="13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6517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57800" y="2697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</a:rPr>
              <a:t>Remaining Work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257800" y="301752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UX enhancements and polish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Additional visitor types (labor, maintenance, etc.)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Department-specific approval workflows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</a:rPr>
              <a:t>Edge case handling and testing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57200" y="4709160"/>
            <a:ext cx="8229600" cy="4572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ERP System Development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</a:rPr>
              <a:t>February 13-14, 2026</a:t>
            </a:r>
            <a:endParaRPr lang="en-US" sz="1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508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</a:rPr>
              <a:t>Team Assignment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097280" y="196596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Transitioned from independent VMS project to collaborative ERP system development team, bringing full-stack development experience to established codebase.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4320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2788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</a:rPr>
              <a:t>February 13: System Overview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1097280" y="3200400"/>
            <a:ext cx="7589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Studied Odoo framework and existing ERP functionality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Understood system architecture and business workflows</a:t>
            </a:r>
            <a:endParaRPr lang="en-US" sz="14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3192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97280" y="3977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</a:rPr>
              <a:t>February 14: Code Orientation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1097280" y="4389120"/>
            <a:ext cx="7589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Reviewed frontend and backend code structure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</a:rPr>
              <a:t>Familiarized with team development practices and standards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Key Learnings &amp; Growth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645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73152" cy="164592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600200"/>
            <a:ext cx="3657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</a:rPr>
              <a:t>Self-Directed Learning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Successfully learned and implemented technologies without formal training or SOPs. Researched industry best practices and adapted them to project requirements.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54880" y="1097280"/>
            <a:ext cx="3931920" cy="1645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4754880" y="1097280"/>
            <a:ext cx="73152" cy="164592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23444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937760" y="1600200"/>
            <a:ext cx="3657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</a:rPr>
              <a:t>Security-First Mindset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Prioritized security and privacy throughout development. Implemented authentication, authorization, rate limiting, and input validation as core features.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457200" y="2926080"/>
            <a:ext cx="3931920" cy="1645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8"/>
          <p:cNvSpPr/>
          <p:nvPr/>
        </p:nvSpPr>
        <p:spPr>
          <a:xfrm>
            <a:off x="457200" y="2926080"/>
            <a:ext cx="73152" cy="164592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063240"/>
            <a:ext cx="320040" cy="3200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0080" y="3429000"/>
            <a:ext cx="3657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</a:rPr>
              <a:t>Professional Code Quality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Focused on writing production-grade code with proper structure, modularity, and scalability. Followed industry paradigms to ensure code doesn't appear intern-level.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54880" y="2926080"/>
            <a:ext cx="3931920" cy="1645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1"/>
          <p:cNvSpPr/>
          <p:nvPr/>
        </p:nvSpPr>
        <p:spPr>
          <a:xfrm>
            <a:off x="4754880" y="2926080"/>
            <a:ext cx="73152" cy="164592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063240"/>
            <a:ext cx="320040" cy="3200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937760" y="3429000"/>
            <a:ext cx="3657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</a:rPr>
              <a:t>Stakeholder Collaboration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Engaged in extensive requirement discussions to maximize automation and minimize user effort. Translated business needs into technical solutions.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457200" y="4709160"/>
            <a:ext cx="8229600" cy="4572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Technical Skills Demonstrated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103120" cy="3291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2103120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972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Backend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Node.js &amp; Express.js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MongoDB &amp; Mongoose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6060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JWT Authentication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0632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RBAC Implementation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5204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API Design &amp; Development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39776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Error Handling &amp; Validation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51760" y="1097280"/>
            <a:ext cx="2103120" cy="3291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2651760" y="1097280"/>
            <a:ext cx="2103120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10972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Frontend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788920" y="16916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React.js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88920" y="21488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React Query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88920" y="26060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Lazy Loading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788920" y="30632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Debouncing &amp; Throttling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88920" y="35204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Component Architecture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88920" y="39776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State Management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1097280"/>
            <a:ext cx="2103120" cy="3291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4846320" y="1097280"/>
            <a:ext cx="2103120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10972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Security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3480" y="16916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Rate Limiting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83480" y="21488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Helmet.js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6060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Input Validation (Zod)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83480" y="30632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Authorization Middleware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83480" y="35204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Token Management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39776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Attack Prevention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040880" y="1097280"/>
            <a:ext cx="2103120" cy="3291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7040880" y="1097280"/>
            <a:ext cx="2103120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2" name="Text 30"/>
          <p:cNvSpPr/>
          <p:nvPr/>
        </p:nvSpPr>
        <p:spPr>
          <a:xfrm>
            <a:off x="7040880" y="10972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Practices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178040" y="16916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Modular Code Structure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78040" y="21488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Service Layer Pattern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178040" y="26060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Optimized DB Queries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178040" y="30632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Code Scalability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178040" y="35204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Industry Standards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178040" y="39776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Documentation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" y="4709160"/>
            <a:ext cx="8229600" cy="45720"/>
          </a:xfrm>
          <a:prstGeom prst="rect">
            <a:avLst/>
          </a:prstGeom>
          <a:solidFill>
            <a:srgbClr val="028090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Summary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2011680"/>
            <a:ext cx="6400800" cy="201168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1554480" y="214884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</a:rPr>
              <a:t>✓ </a:t>
            </a:r>
            <a:r>
              <a:rPr lang="en-US" sz="1600" dirty="0">
                <a:solidFill>
                  <a:srgbClr val="FFFFFF"/>
                </a:solidFill>
              </a:rPr>
              <a:t>Successfully completed ERP system study and VMS development (80-90%)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</a:rPr>
              <a:t>✓ </a:t>
            </a:r>
            <a:r>
              <a:rPr lang="en-US" sz="1600" dirty="0">
                <a:solidFill>
                  <a:srgbClr val="FFFFFF"/>
                </a:solidFill>
              </a:rPr>
              <a:t>Demonstrated self-learning capability and professional code standards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</a:rPr>
              <a:t>✓ </a:t>
            </a:r>
            <a:r>
              <a:rPr lang="en-US" sz="1600" dirty="0">
                <a:solidFill>
                  <a:srgbClr val="FFFFFF"/>
                </a:solidFill>
              </a:rPr>
              <a:t>Implemented security-first, scalable full-stack solution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</a:rPr>
              <a:t>✓ </a:t>
            </a:r>
            <a:r>
              <a:rPr lang="en-US" sz="1600" dirty="0">
                <a:solidFill>
                  <a:srgbClr val="FFFFFF"/>
                </a:solidFill>
              </a:rPr>
              <a:t>Integrated into ERP development team with Odoo expertise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</a:rPr>
              <a:t>Ready to continue contributing to organizational goals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1313</Words>
  <Application>Microsoft Office PowerPoint</Application>
  <PresentationFormat>On-screen Show (16:9)</PresentationFormat>
  <Paragraphs>262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Internship Progress Report</dc:title>
  <dc:subject>PptxGenJS Presentation</dc:subject>
  <dc:creator>Intern</dc:creator>
  <cp:lastModifiedBy>raushan kumar</cp:lastModifiedBy>
  <cp:revision>1</cp:revision>
  <dcterms:created xsi:type="dcterms:W3CDTF">2026-02-13T17:41:18Z</dcterms:created>
  <dcterms:modified xsi:type="dcterms:W3CDTF">2026-02-13T17:57:18Z</dcterms:modified>
</cp:coreProperties>
</file>